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143" d="100"/>
          <a:sy n="143" d="100"/>
        </p:scale>
        <p:origin x="104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21C6FA-B423-E7B1-47C1-DA748D402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32C61E0-7F5B-75F1-3700-E21D8361E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0261992-B2EA-2648-6409-FCB197F13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EABBD-EFEB-4316-B673-15FB686ED503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9E7AF0-5ACC-CA89-5EC5-54415773F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754AC7A-B731-E9F9-A189-EA06C2B07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01BCD-7856-4516-B4E2-110D3B410B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0308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9EAB03-9CCC-0E6A-6548-5FA9B2DFE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E54A72F-3358-8BB7-5AEE-0F01B5513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53C9DAE-AB03-A55B-F896-F379F010C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EABBD-EFEB-4316-B673-15FB686ED503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D4E015-5304-0975-2817-779E7969F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AF816C0-8FFA-65F5-12FF-8B86AB288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01BCD-7856-4516-B4E2-110D3B410B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3550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DD0EDB-48BB-022A-740A-27FB4E3D4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DCA72A-59AF-9D0F-75AC-65295CBB4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280FE73-72B0-DC25-4F43-2C0D7D779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EABBD-EFEB-4316-B673-15FB686ED503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D1E088-C6F7-B5D8-69DD-870979F7F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00F4DB-44F3-82FC-BF4B-1F679FA3A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01BCD-7856-4516-B4E2-110D3B410B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7382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CB62D1-FFC8-8C76-2C39-0D3E026FA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679A7D-C011-7F2E-688E-34FA5E846F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FA53998-2C5C-865B-8C0C-11F6CF8DB2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E06BE7D-91A9-D8D2-35B7-8C92EF1F0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EABBD-EFEB-4316-B673-15FB686ED503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B77CDA2-9992-B746-59F6-1155B4AC9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600AE19-2BCA-8376-C36A-341C255C4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01BCD-7856-4516-B4E2-110D3B410B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0128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EFA29E-F90E-1E6C-72D4-B2A5D1702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AF4D73-E3A3-FED8-375F-68348E429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192BC8D-0C27-937D-432C-5A75F1CD0C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2A16DF6-0CA1-831A-E1F7-76DD0CF062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A8E8557-8A5A-31BB-018C-0D44D3F08C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F99C14C-C236-4FFF-114F-8196CF082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EABBD-EFEB-4316-B673-15FB686ED503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7A71193-A6A2-5DB4-7024-5F53403D5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ED0E12E-1B01-A06A-E093-C74C6ADE0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01BCD-7856-4516-B4E2-110D3B410B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9658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F9A8C0-B9F7-00A2-E3A0-6348ADE1C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CF4B7C9-BEDF-AD37-943A-BBA9DD641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EABBD-EFEB-4316-B673-15FB686ED503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826B7C4-A007-E99B-DEE5-ED4C47528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7BBC2BA-44BF-AB2B-1E40-A6E24CBA5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01BCD-7856-4516-B4E2-110D3B410B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2590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0521A0A-EE9F-4D56-DA47-DF2686923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EABBD-EFEB-4316-B673-15FB686ED503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C97BE77-2EE1-6438-9541-AC556D6E7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0DB60E5-0685-2C84-DB04-A6E7915F8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01BCD-7856-4516-B4E2-110D3B410B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8617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68B0AD-7E50-0C0C-B02C-C024F4917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51F7383-9651-6324-1705-E6D55122F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3E6EC35-C1A4-B268-091F-3C4C5746D9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7B4349B-E668-D584-BD2B-67632A96D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EABBD-EFEB-4316-B673-15FB686ED503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169A1E0-D935-405C-7158-AAA2A4354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2DC1408-5648-2EC6-2AC8-4185A6EC0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01BCD-7856-4516-B4E2-110D3B410B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3998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04EF82-C346-719D-111E-3D5ACF38B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FF8973B-79B2-EB47-8BA9-9652E8F564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71EEFC6-2CFF-63C0-C1FA-896064BCBC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6249516-38AD-338D-F6B2-11683DCEE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EABBD-EFEB-4316-B673-15FB686ED503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83C14B8-FFB9-98F9-6C6F-342968B3D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098AF2F-03B7-2371-F8ED-584043288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01BCD-7856-4516-B4E2-110D3B410B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7408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A1CA1F-F9E1-5FDC-7F0E-D09B92475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C29E6DA-B62C-E1B3-3DC5-5A7DC9915A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175011-E958-3AB6-DA90-ABD3895F4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EABBD-EFEB-4316-B673-15FB686ED503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CA97BC4-8B59-754C-CB97-040E30FEB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F3AD42-64B3-2ED7-D9EF-4E8314237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01BCD-7856-4516-B4E2-110D3B410B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0927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C304C91-D91C-7FF3-2208-0B10AB1BA9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1F3BA14-6A43-0EEE-06E0-C04F726C0D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50CD0C-B117-1E86-6CE3-1327A7C83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EABBD-EFEB-4316-B673-15FB686ED503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AA155C5-C31D-9000-D43B-649EC77A2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7A16B0-680C-4D9B-2E39-4DA2E7EFF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01BCD-7856-4516-B4E2-110D3B410B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452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594F94B-FE06-BDF2-FE05-35A3DB368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16D8CF3-CE92-DBB6-7BC8-F62B9EFC9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AECAED8-A01D-FF9B-3227-3FA85151C4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BEABBD-EFEB-4316-B673-15FB686ED503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C68526F-F544-00A7-8E99-D4BB4CAA3E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5FC23AC-8058-ACE1-3DD5-4656CD050B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1BCD-7856-4516-B4E2-110D3B410B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0626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oranienschule-wiesbaden-wiki.de/spaces/IN/pages/214728981/Interaktives+Akkordeon" TargetMode="External"/><Relationship Id="rId2" Type="http://schemas.openxmlformats.org/officeDocument/2006/relationships/hyperlink" Target="https://de.wikipedia.org/wiki/Akkordeon#/media/Datei:Handharmonika.jpg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Perlentaucher09/Informatik-PK-E1-J.-Wesp-2025/tree/main/Ander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2EA401-CDE9-F81D-A856-1A8CF4C780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68362"/>
            <a:ext cx="9144000" cy="2387600"/>
          </a:xfrm>
        </p:spPr>
        <p:txBody>
          <a:bodyPr/>
          <a:lstStyle/>
          <a:p>
            <a:r>
              <a:rPr lang="de-DE" dirty="0"/>
              <a:t>Interaktive Akkordeons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FAABF6D-9DF1-2657-33B9-7051FA33F3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15896" y="6597259"/>
            <a:ext cx="2276104" cy="260741"/>
          </a:xfrm>
        </p:spPr>
        <p:txBody>
          <a:bodyPr>
            <a:normAutofit/>
          </a:bodyPr>
          <a:lstStyle/>
          <a:p>
            <a:r>
              <a:rPr lang="de-DE" sz="1000" dirty="0"/>
              <a:t>Joshua Wesp, Informatik-PK (E1, </a:t>
            </a:r>
            <a:r>
              <a:rPr lang="de-DE" sz="1000" dirty="0" err="1"/>
              <a:t>Wm</a:t>
            </a:r>
            <a:r>
              <a:rPr lang="de-DE" sz="1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28604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79803D-042D-09D1-76B6-98F2A1728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321" y="987425"/>
            <a:ext cx="4547651" cy="1036122"/>
          </a:xfrm>
        </p:spPr>
        <p:txBody>
          <a:bodyPr/>
          <a:lstStyle/>
          <a:p>
            <a:r>
              <a:rPr lang="de-DE" dirty="0"/>
              <a:t>Was ist ein Akkordeon und warum wird es benutzt?</a:t>
            </a:r>
          </a:p>
        </p:txBody>
      </p:sp>
      <p:pic>
        <p:nvPicPr>
          <p:cNvPr id="6" name="Inhaltsplatzhalter 5" descr="ein Bild eines Akkordeons">
            <a:extLst>
              <a:ext uri="{FF2B5EF4-FFF2-40B4-BE49-F238E27FC236}">
                <a16:creationId xmlns:a16="http://schemas.microsoft.com/office/drawing/2014/main" id="{16A46C53-F3EF-696C-CDCA-82B90EAB49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501" y="1505486"/>
            <a:ext cx="4961772" cy="3544122"/>
          </a:xfrm>
          <a:prstGeom prst="roundRect">
            <a:avLst/>
          </a:prstGeom>
          <a:noFill/>
          <a:effectLst>
            <a:softEdge rad="0"/>
          </a:effectLst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6F16892-24D3-60A4-357D-781983B51F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343400" cy="3811588"/>
          </a:xfrm>
        </p:spPr>
        <p:txBody>
          <a:bodyPr>
            <a:normAutofit/>
          </a:bodyPr>
          <a:lstStyle/>
          <a:p>
            <a:endParaRPr lang="de-DE" dirty="0"/>
          </a:p>
          <a:p>
            <a:r>
              <a:rPr lang="de-DE" dirty="0"/>
              <a:t>Dynamisches (ausklappbares) UI Element</a:t>
            </a:r>
          </a:p>
          <a:p>
            <a:endParaRPr lang="de-DE" dirty="0"/>
          </a:p>
          <a:p>
            <a:r>
              <a:rPr lang="de-DE" dirty="0"/>
              <a:t>Besteht aus Überschrift + Inhalt</a:t>
            </a:r>
          </a:p>
          <a:p>
            <a:r>
              <a:rPr lang="de-DE" dirty="0"/>
              <a:t>	Nutzer entscheidet wann </a:t>
            </a:r>
            <a:r>
              <a:rPr lang="de-DE" dirty="0" err="1"/>
              <a:t>inhalt</a:t>
            </a:r>
            <a:r>
              <a:rPr lang="de-DE" dirty="0"/>
              <a:t> 	sichtbar wird</a:t>
            </a:r>
          </a:p>
          <a:p>
            <a:endParaRPr lang="de-DE" dirty="0"/>
          </a:p>
          <a:p>
            <a:r>
              <a:rPr lang="de-DE" dirty="0"/>
              <a:t>Verbesserte Übersichtlichkeit</a:t>
            </a:r>
          </a:p>
          <a:p>
            <a:endParaRPr lang="de-DE" dirty="0"/>
          </a:p>
          <a:p>
            <a:r>
              <a:rPr lang="de-DE" dirty="0"/>
              <a:t>Verschiedene Möglichkeiten für die </a:t>
            </a:r>
            <a:r>
              <a:rPr lang="de-DE" dirty="0" err="1"/>
              <a:t>Implimentierung</a:t>
            </a:r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07453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FBB95D-B66C-2883-F8E1-2EFACBAC6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2123" y="457200"/>
            <a:ext cx="3932237" cy="1600200"/>
          </a:xfrm>
        </p:spPr>
        <p:txBody>
          <a:bodyPr/>
          <a:lstStyle/>
          <a:p>
            <a:r>
              <a:rPr lang="de-DE" dirty="0"/>
              <a:t>Wofür werden sie Benutzt?</a:t>
            </a:r>
          </a:p>
        </p:txBody>
      </p:sp>
      <p:pic>
        <p:nvPicPr>
          <p:cNvPr id="6" name="Inhaltsplatzhalter 5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6C9760EC-8663-036A-3C77-4056C68EBB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25" y="1603545"/>
            <a:ext cx="6172200" cy="3911260"/>
          </a:xfrm>
          <a:prstGeom prst="round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A4E1B31-ADB0-6BD5-26BC-CCECDDC467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82122" y="2057400"/>
            <a:ext cx="3932237" cy="3811588"/>
          </a:xfrm>
        </p:spPr>
        <p:txBody>
          <a:bodyPr/>
          <a:lstStyle/>
          <a:p>
            <a:r>
              <a:rPr lang="de-DE" dirty="0"/>
              <a:t>Einige Nutzungsgebiete:</a:t>
            </a:r>
          </a:p>
          <a:p>
            <a:endParaRPr lang="de-DE" dirty="0"/>
          </a:p>
          <a:p>
            <a:r>
              <a:rPr lang="de-DE" dirty="0"/>
              <a:t>FAQ – Bereiche</a:t>
            </a:r>
          </a:p>
          <a:p>
            <a:endParaRPr lang="de-DE" dirty="0"/>
          </a:p>
          <a:p>
            <a:r>
              <a:rPr lang="de-DE" dirty="0"/>
              <a:t>Navigation / andere Menus</a:t>
            </a:r>
          </a:p>
          <a:p>
            <a:endParaRPr lang="de-DE" dirty="0"/>
          </a:p>
          <a:p>
            <a:r>
              <a:rPr lang="de-DE" dirty="0"/>
              <a:t>(Produkt)</a:t>
            </a:r>
            <a:r>
              <a:rPr lang="de-DE" dirty="0" err="1"/>
              <a:t>beschreibungen</a:t>
            </a:r>
            <a:endParaRPr lang="de-DE" dirty="0"/>
          </a:p>
          <a:p>
            <a:endParaRPr lang="de-DE" dirty="0"/>
          </a:p>
          <a:p>
            <a:r>
              <a:rPr lang="de-DE" dirty="0"/>
              <a:t>Lernplattformen</a:t>
            </a:r>
          </a:p>
        </p:txBody>
      </p:sp>
    </p:spTree>
    <p:extLst>
      <p:ext uri="{BB962C8B-B14F-4D97-AF65-F5344CB8AC3E}">
        <p14:creationId xmlns:p14="http://schemas.microsoft.com/office/powerpoint/2010/main" val="4146813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18F912-5131-7109-0F64-F58AC8B2C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Implimentierung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ED8739A-E712-5868-B81A-CF47D524E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HTML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0E01C0C-8A94-47A5-AEC7-FA9DDF1A7B7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Struktur:</a:t>
            </a:r>
          </a:p>
          <a:p>
            <a:pPr marL="0" indent="0">
              <a:buNone/>
            </a:pPr>
            <a:r>
              <a:rPr lang="de-DE" dirty="0"/>
              <a:t>&lt;</a:t>
            </a:r>
            <a:r>
              <a:rPr lang="de-DE" dirty="0" err="1"/>
              <a:t>details</a:t>
            </a:r>
            <a:r>
              <a:rPr lang="de-DE" dirty="0"/>
              <a:t>&gt;</a:t>
            </a:r>
          </a:p>
          <a:p>
            <a:pPr marL="0" indent="0">
              <a:buNone/>
            </a:pPr>
            <a:r>
              <a:rPr lang="de-DE" dirty="0"/>
              <a:t>	&lt;</a:t>
            </a:r>
            <a:r>
              <a:rPr lang="de-DE" dirty="0" err="1"/>
              <a:t>summary</a:t>
            </a:r>
            <a:r>
              <a:rPr lang="de-DE" dirty="0"/>
              <a:t>&gt;</a:t>
            </a:r>
          </a:p>
          <a:p>
            <a:pPr marL="0" indent="0">
              <a:buNone/>
            </a:pPr>
            <a:r>
              <a:rPr lang="de-DE" dirty="0"/>
              <a:t>		Überschrift</a:t>
            </a:r>
          </a:p>
          <a:p>
            <a:pPr marL="0" indent="0">
              <a:buNone/>
            </a:pPr>
            <a:r>
              <a:rPr lang="de-DE" dirty="0"/>
              <a:t>	&lt;/</a:t>
            </a:r>
            <a:r>
              <a:rPr lang="de-DE" dirty="0" err="1"/>
              <a:t>summary</a:t>
            </a:r>
            <a:r>
              <a:rPr lang="de-DE" dirty="0"/>
              <a:t>&gt;</a:t>
            </a:r>
          </a:p>
          <a:p>
            <a:pPr marL="0" indent="0">
              <a:buNone/>
            </a:pPr>
            <a:r>
              <a:rPr lang="de-DE" dirty="0"/>
              <a:t>	Versteckter Inhalt</a:t>
            </a:r>
          </a:p>
          <a:p>
            <a:pPr marL="0" indent="0">
              <a:buNone/>
            </a:pPr>
            <a:r>
              <a:rPr lang="de-DE" dirty="0"/>
              <a:t>&lt;/</a:t>
            </a:r>
            <a:r>
              <a:rPr lang="de-DE" dirty="0" err="1"/>
              <a:t>details</a:t>
            </a:r>
            <a:r>
              <a:rPr lang="de-DE" dirty="0"/>
              <a:t>&gt;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A3316EE-B573-AFF5-DDB8-D5F883D376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 err="1"/>
              <a:t>JawaSkript</a:t>
            </a: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7D9DCE6-6DF0-8533-E2E6-CCF80D671C5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de-DE" dirty="0"/>
              <a:t>Element auswählen</a:t>
            </a:r>
          </a:p>
          <a:p>
            <a:pPr marL="514350" indent="-514350">
              <a:buAutoNum type="arabicPeriod"/>
            </a:pPr>
            <a:r>
              <a:rPr lang="de-DE" dirty="0"/>
              <a:t>Event </a:t>
            </a:r>
            <a:r>
              <a:rPr lang="de-DE" dirty="0" err="1"/>
              <a:t>Listener</a:t>
            </a:r>
            <a:r>
              <a:rPr lang="de-DE" dirty="0"/>
              <a:t> hinzufügen</a:t>
            </a:r>
          </a:p>
          <a:p>
            <a:pPr marL="514350" indent="-514350">
              <a:buAutoNum type="arabicPeriod"/>
            </a:pPr>
            <a:r>
              <a:rPr lang="de-DE" dirty="0"/>
              <a:t>Status Prüfen</a:t>
            </a:r>
          </a:p>
          <a:p>
            <a:pPr marL="514350" indent="-514350">
              <a:buAutoNum type="arabicPeriod"/>
            </a:pPr>
            <a:r>
              <a:rPr lang="de-DE" dirty="0"/>
              <a:t>Andere Bereiche schließen</a:t>
            </a:r>
          </a:p>
          <a:p>
            <a:pPr marL="514350" indent="-514350">
              <a:buAutoNum type="arabicPeriod"/>
            </a:pPr>
            <a:r>
              <a:rPr lang="de-DE" dirty="0"/>
              <a:t>Bereich </a:t>
            </a:r>
            <a:r>
              <a:rPr lang="de-DE" dirty="0" err="1"/>
              <a:t>öffen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54366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9326C1-3BAB-D2CF-1629-20984D01D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Implimentierung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5D7BDD9-6980-4978-7A6C-0055D87DBB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HTML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5C6A3B8-866C-6E93-DD76-5074D53A328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/>
              <a:t>Simpel</a:t>
            </a:r>
          </a:p>
          <a:p>
            <a:endParaRPr lang="de-DE" dirty="0"/>
          </a:p>
          <a:p>
            <a:r>
              <a:rPr lang="de-DE" dirty="0"/>
              <a:t>Sr Freundlich</a:t>
            </a:r>
          </a:p>
          <a:p>
            <a:endParaRPr lang="de-DE" dirty="0"/>
          </a:p>
          <a:p>
            <a:r>
              <a:rPr lang="de-DE" dirty="0"/>
              <a:t>Robust</a:t>
            </a:r>
          </a:p>
          <a:p>
            <a:endParaRPr lang="de-DE" dirty="0"/>
          </a:p>
          <a:p>
            <a:r>
              <a:rPr lang="de-DE" dirty="0"/>
              <a:t>Anfängerfreundlich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6B1F156-CC0D-F665-D954-A99D4B38A1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 err="1"/>
              <a:t>JawaSkript</a:t>
            </a: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29706EC-3E35-F6F7-4939-026DCACC30E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de-DE" dirty="0"/>
              <a:t>Anpassungsfähig</a:t>
            </a:r>
          </a:p>
          <a:p>
            <a:endParaRPr lang="de-DE" dirty="0"/>
          </a:p>
          <a:p>
            <a:r>
              <a:rPr lang="de-DE" dirty="0"/>
              <a:t>Besser individualisierbar</a:t>
            </a:r>
          </a:p>
        </p:txBody>
      </p:sp>
    </p:spTree>
    <p:extLst>
      <p:ext uri="{BB962C8B-B14F-4D97-AF65-F5344CB8AC3E}">
        <p14:creationId xmlns:p14="http://schemas.microsoft.com/office/powerpoint/2010/main" val="1232554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FBF3AB-824A-E02D-B58C-EB228E235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Möglichkeiten mit CSS</a:t>
            </a:r>
          </a:p>
        </p:txBody>
      </p:sp>
      <p:pic>
        <p:nvPicPr>
          <p:cNvPr id="6" name="Inhaltsplatzhalter 5" descr="Ein Bild, das Text, Screenshot, Schrift, Algebra enthält.&#10;&#10;KI-generierte Inhalte können fehlerhaft sein.">
            <a:extLst>
              <a:ext uri="{FF2B5EF4-FFF2-40B4-BE49-F238E27FC236}">
                <a16:creationId xmlns:a16="http://schemas.microsoft.com/office/drawing/2014/main" id="{423EF9C8-F71E-8A33-0417-31B8DF89F6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6646" y="4586031"/>
            <a:ext cx="3261445" cy="630569"/>
          </a:xfr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22762DC-8FF9-098C-EAF6-A09691685B8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de-DE" dirty="0" err="1"/>
              <a:t>color</a:t>
            </a:r>
            <a:r>
              <a:rPr lang="de-DE" dirty="0"/>
              <a:t>, </a:t>
            </a:r>
            <a:r>
              <a:rPr lang="de-DE" dirty="0" err="1"/>
              <a:t>padding</a:t>
            </a:r>
            <a:r>
              <a:rPr lang="de-DE" dirty="0"/>
              <a:t> etc. </a:t>
            </a:r>
          </a:p>
          <a:p>
            <a:endParaRPr lang="de-DE" dirty="0"/>
          </a:p>
          <a:p>
            <a:r>
              <a:rPr lang="de-DE" dirty="0" err="1"/>
              <a:t>max-hight</a:t>
            </a:r>
            <a:r>
              <a:rPr lang="de-DE" dirty="0"/>
              <a:t>: 300px; (oft von JS gesteuert)</a:t>
            </a:r>
          </a:p>
          <a:p>
            <a:endParaRPr lang="de-DE" dirty="0"/>
          </a:p>
          <a:p>
            <a:r>
              <a:rPr lang="de-DE" dirty="0"/>
              <a:t>Display: </a:t>
            </a:r>
            <a:r>
              <a:rPr lang="de-DE" dirty="0" err="1"/>
              <a:t>none</a:t>
            </a:r>
            <a:r>
              <a:rPr lang="de-DE" dirty="0"/>
              <a:t> / block; (oft von JS gesteuert)</a:t>
            </a:r>
          </a:p>
          <a:p>
            <a:endParaRPr lang="de-DE" dirty="0"/>
          </a:p>
          <a:p>
            <a:r>
              <a:rPr lang="de-DE" dirty="0" err="1"/>
              <a:t>transition</a:t>
            </a:r>
            <a:r>
              <a:rPr lang="de-DE" dirty="0"/>
              <a:t>: </a:t>
            </a:r>
            <a:r>
              <a:rPr lang="de-DE" dirty="0" err="1"/>
              <a:t>max-height</a:t>
            </a:r>
            <a:r>
              <a:rPr lang="de-DE" dirty="0"/>
              <a:t> 0.3s </a:t>
            </a:r>
            <a:r>
              <a:rPr lang="de-DE" dirty="0" err="1"/>
              <a:t>ease</a:t>
            </a:r>
            <a:r>
              <a:rPr lang="de-DE" dirty="0"/>
              <a:t>;</a:t>
            </a:r>
          </a:p>
          <a:p>
            <a:endParaRPr lang="de-DE" dirty="0"/>
          </a:p>
          <a:p>
            <a:r>
              <a:rPr lang="de-DE" dirty="0" err="1"/>
              <a:t>cursor</a:t>
            </a:r>
            <a:r>
              <a:rPr lang="de-DE" dirty="0"/>
              <a:t>: </a:t>
            </a:r>
            <a:r>
              <a:rPr lang="de-DE" dirty="0" err="1"/>
              <a:t>pointer</a:t>
            </a:r>
            <a:r>
              <a:rPr lang="de-DE" dirty="0"/>
              <a:t>;</a:t>
            </a:r>
          </a:p>
        </p:txBody>
      </p:sp>
      <p:pic>
        <p:nvPicPr>
          <p:cNvPr id="8" name="Grafik 7" descr="Ein Bild, das Text, Screenshot, Schrift enthält.">
            <a:extLst>
              <a:ext uri="{FF2B5EF4-FFF2-40B4-BE49-F238E27FC236}">
                <a16:creationId xmlns:a16="http://schemas.microsoft.com/office/drawing/2014/main" id="{18B25B7A-E8C5-B6FF-24D4-F3356AAF93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2342" y="4100545"/>
            <a:ext cx="6442361" cy="1307196"/>
          </a:xfrm>
          <a:prstGeom prst="roundRect">
            <a:avLst/>
          </a:prstGeom>
        </p:spPr>
      </p:pic>
      <p:pic>
        <p:nvPicPr>
          <p:cNvPr id="10" name="Grafik 9" descr="Ein Bild, das Text, Screenshot, Schrift, Algebra enthält.&#10;&#10;KI-generierte Inhalte können fehlerhaft sein.">
            <a:extLst>
              <a:ext uri="{FF2B5EF4-FFF2-40B4-BE49-F238E27FC236}">
                <a16:creationId xmlns:a16="http://schemas.microsoft.com/office/drawing/2014/main" id="{040A4580-610F-9674-ABC2-B21133CBE0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2342" y="1861665"/>
            <a:ext cx="6478698" cy="1252595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61462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FFA019-D5E3-C896-7F8D-6CEB666E4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Quellen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7F0367C-34E3-2724-3EA4-82AF267EC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Bilder</a:t>
            </a:r>
          </a:p>
          <a:p>
            <a:pPr lvl="1"/>
            <a:r>
              <a:rPr lang="de-DE" dirty="0"/>
              <a:t>Akkordeon: </a:t>
            </a:r>
            <a:r>
              <a:rPr lang="de-DE" dirty="0">
                <a:hlinkClick r:id="rId2"/>
              </a:rPr>
              <a:t>https://de.wikipedia.org/wiki/Akkordeon#/media/Datei:Handharmonika.jpg</a:t>
            </a:r>
            <a:r>
              <a:rPr lang="de-DE" dirty="0"/>
              <a:t> (28.01.26)</a:t>
            </a:r>
          </a:p>
          <a:p>
            <a:pPr lvl="1"/>
            <a:r>
              <a:rPr lang="de-DE" dirty="0"/>
              <a:t>FAQ: </a:t>
            </a:r>
            <a:r>
              <a:rPr lang="de-DE" dirty="0">
                <a:hlinkClick r:id="rId3"/>
              </a:rPr>
              <a:t>https://oranienschule-wiesbaden-wiki.de/spaces/IN/pages/214728981/Interaktives+Akkordeon</a:t>
            </a:r>
            <a:r>
              <a:rPr lang="de-DE" dirty="0"/>
              <a:t> (28.01.26)</a:t>
            </a:r>
          </a:p>
          <a:p>
            <a:pPr lvl="1"/>
            <a:r>
              <a:rPr lang="de-DE" dirty="0"/>
              <a:t>Quellcode </a:t>
            </a:r>
            <a:r>
              <a:rPr lang="de-DE" dirty="0" err="1"/>
              <a:t>css</a:t>
            </a:r>
            <a:r>
              <a:rPr lang="de-DE" dirty="0"/>
              <a:t>: </a:t>
            </a:r>
            <a:r>
              <a:rPr lang="de-DE" dirty="0">
                <a:hlinkClick r:id="rId4"/>
              </a:rPr>
              <a:t>https://github.com/Perlentaucher09/Informatik-PK-E1-J.-Wesp-2025/tree/main/Anderes</a:t>
            </a:r>
            <a:r>
              <a:rPr lang="de-DE" dirty="0"/>
              <a:t> (28.01.26)</a:t>
            </a:r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92319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D24FFA1-0E3E-45D6-99A7-527FD6280B62}">
  <we:reference id="wa104374243" version="1.1.0.0" store="de-DE" storeType="OMEX"/>
  <we:alternateReferences>
    <we:reference id="WA104374243" version="1.1.0.0" store="WA10437424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</Words>
  <Application>Microsoft Office PowerPoint</Application>
  <PresentationFormat>Breitbild</PresentationFormat>
  <Paragraphs>68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</vt:lpstr>
      <vt:lpstr>Interaktive Akkordeons</vt:lpstr>
      <vt:lpstr>Was ist ein Akkordeon und warum wird es benutzt?</vt:lpstr>
      <vt:lpstr>Wofür werden sie Benutzt?</vt:lpstr>
      <vt:lpstr>Implimentierung</vt:lpstr>
      <vt:lpstr>Implimentierung</vt:lpstr>
      <vt:lpstr>Möglichkeiten mit CSS</vt:lpstr>
      <vt:lpstr>Quellen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Wesp</dc:creator>
  <cp:lastModifiedBy>Joshua Wesp</cp:lastModifiedBy>
  <cp:revision>1</cp:revision>
  <dcterms:created xsi:type="dcterms:W3CDTF">2026-01-28T20:32:11Z</dcterms:created>
  <dcterms:modified xsi:type="dcterms:W3CDTF">2026-01-28T21:38:10Z</dcterms:modified>
</cp:coreProperties>
</file>